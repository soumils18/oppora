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OPPORA</a:t>
            </a:r>
          </a:p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Run Smarter. Grow Further.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An AI-powered operations copilot that unifies live inventory records, deterministic</a:t>
            </a:r>
            <a:br/>
            <a:r>
              <a:t>safeguards, and autonomous external web research for founders and growing businesses.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Deterministic Core</a:t>
            </a:r>
          </a:p>
          <a:p>
            <a:br/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PostgreSQL ACID transactions and TypeScript ledger logic manage stock, sales, and POs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023360"/>
            <a:ext cx="3383280" cy="201168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206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Grounded Intelligence</a:t>
            </a:r>
          </a:p>
          <a:p>
            <a:br/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Google Gemini synthesizes store history and explains restock urgencies in clear plain English.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383280" cy="201168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206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Segoe UI"/>
              </a:defRPr>
            </a:pPr>
            <a:r>
              <a:t>Autonomous Research</a:t>
            </a:r>
          </a:p>
          <a:p>
            <a:br/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TinyFish autonomous web agents crawl live supplier catalogs, extracting verifiable quotes &amp; MOQs.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PROBLEM STATEMENT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Small Business Operational Dilemma: Fragmented, Reactive &amp; Slow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[02/14]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The Fragmentation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✕  Scattered Records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Inventory, sales logs, and supplier chats live in separate spreadsheets, paper notes, and inbox threads.</a:t>
            </a:r>
            <a:br/>
          </a:p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✕  Stockouts Discovered Too Late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Retailers realize a best-seller is depleted only after a customer order fails—sacrificing immediate revenue.</a:t>
            </a:r>
            <a:br/>
          </a:p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✕  Manual Supplier Hunting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Finding alternative vendors, comparing MOQs, and tracking lead times takes 4-8 hours of manual browser searching.</a:t>
            </a:r>
            <a:br/>
          </a:p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✕  Disconnected Action Execution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Insights don't trigger workflows: founders still manually copy-paste SKUs to compose supplier emails.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Measurable Industry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⚠  40%+ Founder Time Lost to Admin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U.S. SBA reports early-stage operators spend over one-third of their working week on repetitive manual logistics rather than marketing and revenue generation.</a:t>
            </a:r>
            <a:br/>
          </a:p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⚠  $1.1 Trillion Global Inventory Distortion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National Retail Federation (NRF) and IHL research shows out-of-stocks and overstocks cost global retailers $1.1T annually due to inaccurate run-rate awareness.</a:t>
            </a:r>
            <a:br/>
          </a:p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⚠  High SaaS Friction &amp; Cost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 Enterprise ERPs (SAP, NetSuite) cost $10k+ with months of setup, while generic chatbots lack access to atomic database ledgers.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TARGET AUDIENCE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Target Users &amp; Immediate Operational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[03/14]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Small Retailers &amp; E-Commerce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Inventory-driven shops (apparel, packaging, specialty food) with 50-1,000 SKUs needing automated replenishment thresholds.</a:t>
            </a:r>
            <a:br/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REALISTIC SCENARIO:</a:t>
            </a:r>
            <a:br/>
            <a:r>
              <a:t>Stockout Prevention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 packaging brand sells 45 pouches over 3 days. Oppora detects that remaining 28 units will exhaust before the 7-day supplier lead time, flagging an urgent restock recommendation.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Solo Founders &amp; Multi-Hat Operators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Early-stage builders managing logistics, sales, marketing, and support without dedicated procurement or analytics staff.</a:t>
            </a:r>
            <a:br/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REALISTIC SCENARIO:</a:t>
            </a:r>
            <a:br/>
            <a:r>
              <a:t>Zero-Spreadsheet Sales Intelligence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 founder asks: 'Which SKU has highest velocity this week?' Oppora calculates exact run-rates from PostgreSQL transactions and provides a plain-English briefing in 3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Lean Physical &amp; Light Manufacturing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Teams that assemble or package goods and rely on external suppliers for raw materials and packaging components.</a:t>
            </a:r>
            <a:br/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REALISTIC SCENARIO:</a:t>
            </a:r>
            <a:br/>
            <a:r>
              <a:t>Autonomous Supplier Discovery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Packaging stock is depleted; Oppora dispatches TinyFish to crawl supplier portals, returning verified quotes, minimum order quantities (MOQ), and direct contact links.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PRODUCT OVERVIEW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Proposed Solution: Closed-Loop Operations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[04/14]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691640" cy="548640"/>
          </a:xfrm>
          <a:prstGeom prst="rect">
            <a:avLst/>
          </a:prstGeom>
          <a:solidFill>
            <a:srgbClr val="1C2844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1. Business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45920"/>
            <a:ext cx="1691640" cy="548640"/>
          </a:xfrm>
          <a:prstGeom prst="rect">
            <a:avLst/>
          </a:prstGeom>
          <a:solidFill>
            <a:srgbClr val="1C2844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645920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2. AI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1691640" cy="548640"/>
          </a:xfrm>
          <a:prstGeom prst="rect">
            <a:avLst/>
          </a:prstGeom>
          <a:solidFill>
            <a:srgbClr val="1C2844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0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3. External Research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59" y="1645920"/>
            <a:ext cx="1691640" cy="548640"/>
          </a:xfrm>
          <a:prstGeom prst="rect">
            <a:avLst/>
          </a:prstGeom>
          <a:solidFill>
            <a:srgbClr val="1C2844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59" y="1645920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4. Prioritized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645920"/>
            <a:ext cx="1691640" cy="548640"/>
          </a:xfrm>
          <a:prstGeom prst="rect">
            <a:avLst/>
          </a:prstGeom>
          <a:solidFill>
            <a:srgbClr val="1C28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645920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5. Human 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45920"/>
            <a:ext cx="1691640" cy="548640"/>
          </a:xfrm>
          <a:prstGeom prst="rect">
            <a:avLst/>
          </a:prstGeom>
          <a:solidFill>
            <a:srgbClr val="1C2844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645920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6. Recorded Outcome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468880"/>
            <a:ext cx="5257800" cy="178308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65176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Live Inventory Ledger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Deterministic PostgreSQL stock ledger with atomic RPCs (`record_sale`, `cancel_sale`). Prevents stockout drift with real-time run-rate monitoring.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68880"/>
            <a:ext cx="5257800" cy="178308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65176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Grounded Operations AI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Google Gemini engine retrieves store-specific parameters (lead times, unit margins, sales velocity) to explain operational next steps in plain English.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80560"/>
            <a:ext cx="5257800" cy="178308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TinyFish Web Agent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Autonomous browser agent that crawls public supplier websites to extract verified MOQs, catalog pricing, and contact emails with live source URLs.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480560"/>
            <a:ext cx="5257800" cy="178308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66344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Segoe UI"/>
              </a:defRPr>
            </a:pPr>
            <a:r>
              <a:t>Human-in-the-Loop Action Centre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Operational guardrail: AI proposes restocks, price changes, and supplier quote emails, but changes require explicit founder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CONCRETE WALKTHROUGH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End-to-End Walkthrough: Autonomous Restock &amp; Procurement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[05/14]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8655" cy="594360"/>
          </a:xfrm>
          <a:prstGeom prst="rect">
            <a:avLst/>
          </a:prstGeom>
          <a:solidFill>
            <a:srgbClr val="1C284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ILLUSTRATIVE CASE: 'Eco Kraft Standup Pouch' (SKU: PKG-ECO-01)  |  Current Stock: 28 Units  |  Supplier Lead Time: 7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2560320" cy="3749039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22860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Step 1: Sales Recorded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POS transactions log 45 units sold in 72 hours. Supabase atomic RPC decrements ledger stock to 28 units.</a:t>
            </a:r>
          </a:p>
          <a:p>
            <a:br/>
            <a:br/>
            <a:br/>
            <a:pPr>
              <a:defRPr sz="900" b="1">
                <a:solidFill>
                  <a:srgbClr val="06B6D4"/>
                </a:solidFill>
                <a:latin typeface="Consolas"/>
              </a:defRPr>
            </a:pPr>
            <a:r>
              <a:t>[SYSTEM: PostgreSQL]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68880"/>
            <a:ext cx="2560320" cy="3749039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22860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Step 2: Velocity &amp; Gap Analysis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Deterministic math identifies 9.2 units/day burn. 28 / 9.2 = 3.0 days of runway remaining vs 7-day supplier replenishment cycle.</a:t>
            </a:r>
          </a:p>
          <a:p>
            <a:br/>
            <a:br/>
            <a:br/>
            <a:pPr>
              <a:defRPr sz="900" b="1">
                <a:solidFill>
                  <a:srgbClr val="F59E0B"/>
                </a:solidFill>
                <a:latin typeface="Consolas"/>
              </a:defRPr>
            </a:pPr>
            <a:r>
              <a:t>[SYSTEM: Math Logic]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468880"/>
            <a:ext cx="2560320" cy="3749039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651760"/>
            <a:ext cx="22860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Step 3: TinyFish &amp; AI Synthesis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Oppora checks primary supplier portal via TinyFish, confirms $2.20/unit @ 150 MOQ, and generates an email draft to the supplier.</a:t>
            </a:r>
          </a:p>
          <a:p>
            <a:br/>
            <a:br/>
            <a:br/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[SYSTEM: TinyFish + Gemini]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468880"/>
            <a:ext cx="2560320" cy="3749039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651760"/>
            <a:ext cx="22860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Step 4: Approval &amp; Execution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Founder reviews recommendation card in Action Centre, verifies draft, clicks 'Approve Order', creating a persistent PO.</a:t>
            </a:r>
          </a:p>
          <a:p>
            <a:br/>
            <a:br/>
            <a:br/>
            <a:pPr>
              <a:defRPr sz="900" b="1">
                <a:solidFill>
                  <a:srgbClr val="FFFFFF"/>
                </a:solidFill>
                <a:latin typeface="Consolas"/>
              </a:defRPr>
            </a:pPr>
            <a:r>
              <a:t>[SYSTEM: Human Founder]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AI &amp; MACHINE LEARNING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AI Architecture: Generative AI, Deterministic Code &amp; Future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[06/14]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Generative AI (Implemented)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Engine: Google Gemini 3.5 Flash</a:t>
            </a:r>
            <a:br/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Translates plain English queries into operational insight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Summarizes complex inventory logs and sales patterns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Drafts personalized supplier inquiry and RFQ emails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Generates plain-English reasoning for restock urgency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⚡ STRICT BOUNDARY: Does not calculate financial or inventory balances directly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Deterministic Logic (Implemented)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Engine: TypeScript &amp; PostgreSQL</a:t>
            </a:r>
            <a:br/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Calculates reorder points: Safety Stock + Lead Time Demand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Enforces ACID consistency across sales and stock ledgers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Guarantees multi-tenant data isolation with RLS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Prevents hallucination by supplying verified store context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⚡ STRICT BOUNDARY: Non-negotiable transaction source of truth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Predictive ML (Proposed Future)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Engine: Phase 2 Roadmap</a:t>
            </a:r>
            <a:br/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Time-series demand forecasting (Prophet / ARIMA)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Dynamic supplier lead-time drift estimation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Seasonal stocking recommendations based on historical cycles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Automated anomaly detection for sudden sales drop-offs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⚡ STRICT BOUNDARY: Requires 6+ months of historical business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TECHNICAL ARCHITECTURE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Architecture: Multi-Tier Operations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[07/14]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8655" cy="658368"/>
          </a:xfrm>
          <a:prstGeom prst="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Presentation Tier  —  </a:t>
            </a:r>
            <a:r>
              <a:rPr sz="1100">
                <a:solidFill>
                  <a:srgbClr val="94A3B8"/>
                </a:solidFill>
              </a:rPr>
              <a:t>Next.js 14 App Router, React 18, Tailwind CSS, Lucide UI, Responsive Dashboard   </a:t>
            </a:r>
            <a:r>
              <a:rPr sz="1000" b="1">
                <a:solidFill>
                  <a:srgbClr val="06B6D4"/>
                </a:solidFill>
                <a:latin typeface="Consolas"/>
              </a:rPr>
              <a:t>[IMPLEMENTED &amp; VERIFIED]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95728"/>
            <a:ext cx="10728655" cy="658368"/>
          </a:xfrm>
          <a:prstGeom prst="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2. Application &amp; API Tier  —  </a:t>
            </a:r>
            <a:r>
              <a:rPr sz="1100">
                <a:solidFill>
                  <a:srgbClr val="94A3B8"/>
                </a:solidFill>
              </a:rPr>
              <a:t>Next.js Route Handlers, Tenant Auth Resolver, Deterministic Reorder Engine, RBAC   </a:t>
            </a:r>
            <a:r>
              <a:rPr sz="1000" b="1">
                <a:solidFill>
                  <a:srgbClr val="06B6D4"/>
                </a:solidFill>
                <a:latin typeface="Consolas"/>
              </a:rPr>
              <a:t>[IMPLEMENTED &amp; VERIFIED]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45536"/>
            <a:ext cx="10728655" cy="658368"/>
          </a:xfrm>
          <a:prstGeom prst="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Operational Data Tier  —  </a:t>
            </a:r>
            <a:r>
              <a:rPr sz="1100">
                <a:solidFill>
                  <a:srgbClr val="94A3B8"/>
                </a:solidFill>
              </a:rPr>
              <a:t>Supabase PostgreSQL, Row-Level Security (RLS), 12 Relational Tables, Atomic Stored Procedures   </a:t>
            </a:r>
            <a:r>
              <a:rPr sz="1000" b="1">
                <a:solidFill>
                  <a:srgbClr val="10B981"/>
                </a:solidFill>
                <a:latin typeface="Consolas"/>
              </a:rPr>
              <a:t>[IMPLEMENTED &amp; VERIFIED]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95344"/>
            <a:ext cx="10728655" cy="658368"/>
          </a:xfrm>
          <a:prstGeom prst="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68496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4. Intelligence Tier  —  </a:t>
            </a:r>
            <a:r>
              <a:rPr sz="1100">
                <a:solidFill>
                  <a:srgbClr val="94A3B8"/>
                </a:solidFill>
              </a:rPr>
              <a:t>Google Gemini 3.5 Flash, Grounded Prompt Synthesis, Natural Language Copilot   </a:t>
            </a:r>
            <a:r>
              <a:rPr sz="1000" b="1">
                <a:solidFill>
                  <a:srgbClr val="10B981"/>
                </a:solidFill>
                <a:latin typeface="Consolas"/>
              </a:rPr>
              <a:t>[IMPLEMENTED &amp; VERIFIED]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45152"/>
            <a:ext cx="10728655" cy="658368"/>
          </a:xfrm>
          <a:prstGeom prst="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18304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5. Web Intelligence Tier  —  </a:t>
            </a:r>
            <a:r>
              <a:rPr sz="1100">
                <a:solidFill>
                  <a:srgbClr val="94A3B8"/>
                </a:solidFill>
              </a:rPr>
              <a:t>TinyFish Autonomous Web Agent, Dynamic DOM Scraping, Supplier Catalog Extraction   </a:t>
            </a:r>
            <a:r>
              <a:rPr sz="1000" b="1">
                <a:solidFill>
                  <a:srgbClr val="F59E0B"/>
                </a:solidFill>
                <a:latin typeface="Consolas"/>
              </a:rPr>
              <a:t>[IMPLEMENTED &amp; VERIFIED]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94959"/>
            <a:ext cx="10728655" cy="658368"/>
          </a:xfrm>
          <a:prstGeom prst="rect">
            <a:avLst/>
          </a:prstGeom>
          <a:solidFill>
            <a:srgbClr val="161F3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68111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6. Action &amp; Audit Tier  —  </a:t>
            </a:r>
            <a:r>
              <a:rPr sz="1100">
                <a:solidFill>
                  <a:srgbClr val="94A3B8"/>
                </a:solidFill>
              </a:rPr>
              <a:t>Human-in-the-Loop Action Centre, Email Dispatcher, Immutable Activity Audit Logs   </a:t>
            </a:r>
            <a:r>
              <a:rPr sz="1000" b="1">
                <a:solidFill>
                  <a:srgbClr val="FFFFFF"/>
                </a:solidFill>
                <a:latin typeface="Consolas"/>
              </a:rPr>
              <a:t>[IMPLEMENTED &amp; 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WEB INTELLIGENCE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TinyFish Integration: Autonomous External Web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[08/14]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TinyFish Web Agent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⚡  Autonomous Web Navigation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Executes multi-step browser interactions to browse manufacturer sites, supplier directories, and trade portals without brittle static scrapers.</a:t>
            </a:r>
            <a:br/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⚡  Dynamic Extraction &amp; Normalization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Extracts structured pricing tiers, minimum order quantities (MOQs), contact email addresses, and verified lead times.</a:t>
            </a:r>
            <a:br/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⚡  Full Source Attributability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Returns verifiable source URLs and scrape timestamps, preventing hallucinated vendor contact information.</a:t>
            </a:r>
            <a:br/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⚡  Data Separation Architecture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TinyFish never touches private customer records or sales history; it operates exclusively on public web endpoints.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Verified 6-Step Execution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1. User/Alert Request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Founder asks: 'Find local compostable mailer suppliers in California' or restock trigger fires.</a:t>
            </a:r>
            <a:br/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2. Request Dispatch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Oppora dispatches JSON payload to TinyFish API (`https://agent.tinyfish.ai/v1/automation/run`).</a:t>
            </a:r>
            <a:br/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3. Autonomous Traversal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TinyFish agent searches Google/B2B catalogs and navigates vendor pages dynamically.</a:t>
            </a:r>
            <a:br/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4. Structured Response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API returns verified JSON payload containing vendor name, website, MOQ, price, and email.</a:t>
            </a:r>
            <a:br/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5. Grounding &amp; Presentation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Oppora renders interactive supplier cards with clickable source links in the UI.</a:t>
            </a:r>
            <a:br/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6. 1-Click Procurement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Founder clicks 'Draft Inquiry' to pre-populate an editable quotation request.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IMPACT &amp; METRICS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Expected Operational Impact &amp; Measurement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[09/14]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70% Faster Supplier Sourcing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Reduces vendor discovery and MOQ research from 3-4 hours of manual tab-hopping to under 2 minutes of autonomous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13716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373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Pre-emptive Stockout Defense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Proactive run-rate alerts trigger 5-7 days before depletion, protecting against lost e-commerce revenue.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13716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373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5-10 Hours Saved / Week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Replaces manual spreadsheet cross-referencing and PO drafting with a unified 1-click Action Centre.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32918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3017520"/>
                <a:gridCol w="2956255"/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Manual Baseline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Oppora Target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Measurement Protocol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Supplier Discovery Time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3-4 hours per vendor search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&lt; 2 minutes per automated query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Logged API duration from query to structured cards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Stockout Incident Rate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Reactive alerts after stock depletion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Zero unplanned stockouts on tracked SKUs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Track count of stockout events vs. proactive alerts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Reorder Decision Latency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24-48 hours from awareness to PO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&lt; 5 minutes from alert to approved PO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Timestamps from action proposal to user approval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Inventory Ledger Accuracy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Frequent sync drift across sheets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100% atomic consistency across transactions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Automated reconciliation checks on Supabase RPCs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IMPLEMENTATION STATUS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Feasibility &amp; Implementation Status: Verified 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[10/14]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8655" cy="594360"/>
          </a:xfrm>
          <a:prstGeom prst="rect">
            <a:avLst/>
          </a:prstGeom>
          <a:solidFill>
            <a:srgbClr val="1C28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onsolas"/>
              </a:defRPr>
            </a:pPr>
            <a:r>
              <a:t>VERIFIED AUDIT STATUS: 99 / 99 Automated Tests Passing  |  44 Production Routes Compiled  |  Zero Lint/Type Errors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37744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4114800"/>
                <a:gridCol w="2224735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Module / Capability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Technical Implementation &amp; Evidence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Operational Risk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Inventory &amp; Stock Ledger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12 Supabase tables, atomic RPCs (`record_sale`, `cancel_sale`), pass rate: 100%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Zero (ACID Protected)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Multi-Tenant Security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Strict `tenant_id` session verification; production header injection blocked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Mitigated (Automated Tests)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Google Gemini Copilot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Live Gemini 3.5 Flash operational; contextual fallback cascade enabled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Low (Graceful Degradation)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TinyFish Web Agent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Live endpoint `agent.tinyfish.ai` verified; 1-click supplier shortcut in table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Low (Verified HTTP 200)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 Centre &amp; POs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Implemented &amp; Verified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Pending action approvals, editable email modal, activity logging verified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Zero (Human in the loop)</a:t>
                      </a:r>
                    </a:p>
                  </a:txBody>
                  <a:tcPr>
                    <a:solidFill>
                      <a:srgbClr val="161F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DIFFERENTIATION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Competitive Differentiation: The Unified Operational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[11/14]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4A3B8"/>
                </a:solidFill>
                <a:latin typeface="Segoe UI"/>
              </a:defRPr>
            </a:pPr>
            <a:r>
              <a:t>Traditional ERPs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SAP / NetSuite</a:t>
            </a:r>
            <a:br/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Prohibitive cost ($10k-$50k/year)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3-6 months implementation cycle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No autonomous web intelligence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Overwhelming UI for lean teams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✓ Robust accounting 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Standalone Chatbots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ChatGPT / Claude</a:t>
            </a:r>
            <a:br/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No connection to real-time stock ledger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Hallucinates inventory quantities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Cannot execute transactional updates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No multi-tenant database isolation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✓ High general linguistic fluency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Spreadsheets &amp; Basic SaaS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Excel / Airtable / Sortly</a:t>
            </a:r>
            <a:br/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Disconnected from supplier websites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Zero predictive run-rate alerts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Manual copy-pasting for reorders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✕ Prone to accidental overwrites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✓ Familiar low-cost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Oppora Copilot</a:t>
            </a:r>
          </a:p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Closed-Loop System</a:t>
            </a:r>
            <a:br/>
          </a:p>
          <a:p>
            <a:pPr>
              <a:defRPr sz="1000">
                <a:solidFill>
                  <a:srgbClr val="10B981"/>
                </a:solidFill>
                <a:latin typeface="Segoe UI"/>
              </a:defRPr>
            </a:pPr>
            <a:r>
              <a:t>✓ Live PostgreSQL transactional ledger</a:t>
            </a:r>
          </a:p>
          <a:p>
            <a:pPr>
              <a:defRPr sz="1000">
                <a:solidFill>
                  <a:srgbClr val="10B981"/>
                </a:solidFill>
                <a:latin typeface="Segoe UI"/>
              </a:defRPr>
            </a:pPr>
            <a:r>
              <a:t>✓ Grounded Gemini natural language analysis</a:t>
            </a:r>
          </a:p>
          <a:p>
            <a:pPr>
              <a:defRPr sz="1000">
                <a:solidFill>
                  <a:srgbClr val="10B981"/>
                </a:solidFill>
                <a:latin typeface="Segoe UI"/>
              </a:defRPr>
            </a:pPr>
            <a:r>
              <a:t>✓ Autonomous TinyFish supplier discovery</a:t>
            </a:r>
          </a:p>
          <a:p>
            <a:pPr>
              <a:defRPr sz="1000">
                <a:solidFill>
                  <a:srgbClr val="10B981"/>
                </a:solidFill>
                <a:latin typeface="Segoe UI"/>
              </a:defRPr>
            </a:pPr>
            <a:r>
              <a:t>✓ Action Centre with human-in-the-loop control</a:t>
            </a:r>
          </a:p>
          <a:p>
            <a:pPr>
              <a:defRPr sz="1000">
                <a:solidFill>
                  <a:srgbClr val="10B981"/>
                </a:solidFill>
                <a:latin typeface="Segoe UI"/>
              </a:defRPr>
            </a:pPr>
            <a:r>
              <a:t>✓ Purpose-built for agile founders &amp; SMBs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ROADMAP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Strategic Roadmap: From Operational Core to Autonomous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[12/14]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Phase 1: Operational Foundation</a:t>
            </a:r>
          </a:p>
          <a:p>
            <a:pPr>
              <a:defRPr sz="900" b="1">
                <a:solidFill>
                  <a:srgbClr val="FFFFFF"/>
                </a:solidFill>
                <a:latin typeface="Consolas"/>
              </a:defRPr>
            </a:pPr>
            <a:r>
              <a:t>Current Hackathon Benchmark [COMPLETED]</a:t>
            </a:r>
            <a:br/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Multi-tenant Supabase PostgreSQL architecture with RLS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Atomic inventory ledger with sales &amp; restock transactions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Google Gemini 3.5 Flash contextual natural language copilot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TinyFish autonomous web research agent for suppliers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Action Centre with human-in-the-loop email drafts &amp; approvals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99/99 automated tests passing across 44 production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Phase 2: Predictive Intelligence</a:t>
            </a:r>
          </a:p>
          <a:p>
            <a:pPr>
              <a:defRPr sz="900" b="1">
                <a:solidFill>
                  <a:srgbClr val="FFFFFF"/>
                </a:solidFill>
                <a:latin typeface="Consolas"/>
              </a:defRPr>
            </a:pPr>
            <a:r>
              <a:t>Target: Next 3–6 Months [PROPOSED]</a:t>
            </a:r>
            <a:br/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Statistical time-series demand forecasting (Prophet / ARIMA)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Dynamic supplier lead-time drift &amp; reliability scoring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Multi-warehouse &amp; retail store transfer balancing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Automated reorder threshold tuning based on seasonal trends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Batch PO generation across multiple preferred suppliers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Granular team permissions (Owner, Manager, Auditor)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Phase 3: Connected Ecosystem</a:t>
            </a:r>
          </a:p>
          <a:p>
            <a:pPr>
              <a:defRPr sz="900" b="1">
                <a:solidFill>
                  <a:srgbClr val="FFFFFF"/>
                </a:solidFill>
                <a:latin typeface="Consolas"/>
              </a:defRPr>
            </a:pPr>
            <a:r>
              <a:t>Target: Next 6–12 Months [PROPOSED]</a:t>
            </a:r>
            <a:br/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Bi-directional Shopify, Amazon, and WooCommerce sync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Accounting integrations (QuickBooks, Xero, Stripe)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Multi-agent automated quotation negotiation via TinyFish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Real-time carrier tracking (FedEx, UPS, Freight)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Autonomous capital &amp; working line of credit discovery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CONCLUSION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Conclusion: Empowering Founders to Run Smarter &amp; Grow Further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[13/14]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8655" cy="1463040"/>
          </a:xfrm>
          <a:prstGeom prst="rect">
            <a:avLst/>
          </a:prstGeom>
          <a:solidFill>
            <a:srgbClr val="1C284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"Oppora replaces the chaos of disconnected spreadsheets and reactive fire-fighting with a unified, verified operational copilot—connecting live inventory data, grounded AI reasoning, and autonomous web intelligence."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3383280" cy="283464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Unified Operational Truth</a:t>
            </a:r>
          </a:p>
          <a:p>
            <a:br/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All stock levels, sales velocity, and supplier interactions live in a single ACID-compliant database ledger.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383280"/>
            <a:ext cx="3383280" cy="283464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Autonomous External Reach</a:t>
            </a:r>
          </a:p>
          <a:p>
            <a:br/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TinyFish extends the founder's awareness beyond internal spreadsheets into the live, evolving web.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383280"/>
            <a:ext cx="3383280" cy="283464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5661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Founder In Complete Control</a:t>
            </a:r>
          </a:p>
          <a:p>
            <a:br/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Deterministic business rules and human approvals prevent AI hallucination and operational errors.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■  LINKS &amp; RESEARCH  |  HACKATHON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Links &amp; Research: Official Documentation &amp; Verified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[14/14]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Core Technology Stack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🔗 TinyFish Autonomous Web Agent API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https://agent.tinyfish.ai/v1/automation/run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 Official web agent execution endpoint for dynamic site traversal &amp; scraping.</a:t>
            </a:r>
            <a:br/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🔗 Google Gemini API (Gemini 3.5 Flash)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https://ai.google.dev/gemini-api/docs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 Official documentation for Gemini multimodal models and structured prompting.</a:t>
            </a:r>
            <a:br/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🔗 Supabase PostgreSQL &amp; Row Level Security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https://supabase.com/docs/guides/database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 Official guide on PostgreSQL ACID guarantees, RLS policies, and database webhooks.</a:t>
            </a:r>
            <a:br/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🔗 Next.js 14 Framework Documentation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https://nextjs.org/docs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 App router documentation for server components, route handlers, and production builds.</a:t>
            </a:r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Verified Industry &amp; Academic Citations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📚 U.S. Small Business Administration (SBA)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https://www.sba.gov/business-guide/manage-your-business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 Research on small business time allocation: 40%+ of founder bandwidth spent on non-revenue admin operations.</a:t>
            </a:r>
            <a:br/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📚 National Retail Federation (NRF) / IHL Group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https://nrf.com/research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 Global inventory distortion analysis: $1.1 Trillion lost annually due to out-of-stocks and inventory miscalculation.</a:t>
            </a:r>
            <a:br/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📚 Oppora Repository &amp; Automated Test Suite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Local Workspace &amp; GitHub Repo (Commit 2157390)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   All 99 automated tests passing, master remediation verification report logged in repository.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